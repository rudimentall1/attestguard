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5943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920240"/>
            <a:ext cx="11247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ATTESTGUARD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1188720" y="297180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Trade-finance advances, funded only when the event is cryptographically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— and only when a deterministic policy says the amount is safe.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BUIDL CTC 2026 Fall  ·  AI Track  ·  Built on Creditcoin's Attestcoin Protocol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problems, usually solved separately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7830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event-verification problem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68680" y="26060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the buyer receive the goods?" today needs a source of truth that's either a person, a centralized API, or an oracle operator whose word you trust.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those is a single point of failure — or a single point of trust.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217920" y="146304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783080"/>
            <a:ext cx="5943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69480" y="178308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AI-agent-authority problem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537960" y="26060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increasingly trigger on-chain transactions based on their own judgment — often a "risk score" built on placeholder data nobody can verify.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wrong, buggy, or compromised agent should not be able to move money outside pre-agreed bounds. Full stop.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solution: verify the input, enforce the output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trust boundaries, composed — neither one alone is enough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14500" y="25146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5668" y="2770632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5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Attestcoin Protocol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4114800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proves the delivery event really happened on the source chain. No oracle operator.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379476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114800" y="219456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280660" y="25146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1828" y="2770632"/>
            <a:ext cx="512064" cy="5120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5196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5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389120" y="36118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On-chain policy gate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389120" y="4114800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AttestGuardManager independently checks caps, daily limits, and history before a cent moves.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8352" y="379476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7680960" y="219456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846820" y="25146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7988" y="2770632"/>
            <a:ext cx="512064" cy="51206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818120" y="23317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55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7955280" y="36118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Funds move — or don't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7955280" y="4114800"/>
            <a:ext cx="2697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policy: instant payout. Over cap: routed to a human guardian. Never skipped, never assumed.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20574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$100B+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310896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finance gap (WTO estimate) — smaller suppliers priced out by manual underwriting cost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51960" y="17373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34840" y="20574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0" y="310896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Attestcoin Protocol: cross-chain event verification with zero centralized oracle operators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55280" y="1737360"/>
            <a:ext cx="34290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38160" y="20574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1:1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275320" y="310896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with Creditcoin's own mission — real-world credit and lending infrastructure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applies new Creditcoin infrastructure to a market Creditcoin is already built for — not a generic "AI + blockchain" demo bolted onto an unrelated chain.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an advance actually gets funded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33856" y="23774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6736" y="25603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374904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registered: supplier, buyer, amount.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468" y="3520440"/>
            <a:ext cx="201168" cy="20116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724912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355848" y="23774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25603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816352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2862072" y="374904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confirms delivery on the source chain.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3520440"/>
            <a:ext cx="201168" cy="20116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946904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5577840" y="23774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256032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038344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5084064" y="374904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fetches an Attestcoin proof of that event.</a:t>
            </a:r>
            <a:endParaRPr lang="en-US" sz="11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5452" y="3520440"/>
            <a:ext cx="201168" cy="201168"/>
          </a:xfrm>
          <a:prstGeom prst="rect">
            <a:avLst/>
          </a:prstGeom>
        </p:spPr>
      </p:pic>
      <p:sp>
        <p:nvSpPr>
          <p:cNvPr id="21" name="Shape 13"/>
          <p:cNvSpPr/>
          <p:nvPr/>
        </p:nvSpPr>
        <p:spPr>
          <a:xfrm>
            <a:off x="7168896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22" name="Shape 14"/>
          <p:cNvSpPr/>
          <p:nvPr/>
        </p:nvSpPr>
        <p:spPr>
          <a:xfrm>
            <a:off x="7799832" y="237744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2712" y="2560320"/>
            <a:ext cx="457200" cy="4572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260336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</a:t>
            </a:r>
            <a:endParaRPr lang="en-US" sz="1500" dirty="0"/>
          </a:p>
        </p:txBody>
      </p:sp>
      <p:sp>
        <p:nvSpPr>
          <p:cNvPr id="25" name="Text 16"/>
          <p:cNvSpPr/>
          <p:nvPr/>
        </p:nvSpPr>
        <p:spPr>
          <a:xfrm>
            <a:off x="7306056" y="374904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policy checks caps and history.</a:t>
            </a:r>
            <a:endParaRPr lang="en-US" sz="115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7444" y="3520440"/>
            <a:ext cx="201168" cy="201168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9390888" y="2103120"/>
            <a:ext cx="2084832" cy="329184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99999">
                <a:alpha val="20000"/>
              </a:srgbClr>
            </a:outerShdw>
          </a:effectLst>
        </p:spPr>
      </p:sp>
      <p:sp>
        <p:nvSpPr>
          <p:cNvPr id="28" name="Shape 18"/>
          <p:cNvSpPr/>
          <p:nvPr/>
        </p:nvSpPr>
        <p:spPr>
          <a:xfrm>
            <a:off x="10021824" y="2377440"/>
            <a:ext cx="822960" cy="822960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04704" y="2560320"/>
            <a:ext cx="457200" cy="45720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9482328" y="3337560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</a:t>
            </a:r>
            <a:endParaRPr lang="en-US" sz="1500" dirty="0"/>
          </a:p>
        </p:txBody>
      </p:sp>
      <p:sp>
        <p:nvSpPr>
          <p:cNvPr id="31" name="Text 20"/>
          <p:cNvSpPr/>
          <p:nvPr/>
        </p:nvSpPr>
        <p:spPr>
          <a:xfrm>
            <a:off x="9528048" y="3749040"/>
            <a:ext cx="181051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is paid — automatically, or after guardian sign-off.</a:t>
            </a:r>
            <a:endParaRPr lang="en-US" sz="1150" dirty="0"/>
          </a:p>
        </p:txBody>
      </p:sp>
      <p:sp>
        <p:nvSpPr>
          <p:cNvPr id="32" name="Text 21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Creditcoin CC3 testnet + Ethereum Sepolia — see repository for verifiable transaction hashes.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 that's actually hard: where AI ends and enforcement begins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2A367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728216"/>
            <a:ext cx="338328" cy="338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41732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LLM's authority is zero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852160" y="1417320"/>
            <a:ext cx="5760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writes a plain-language explanation of a verdict that's already been decided. It cannot change what money does — there's no path from prompt to funds.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685800" cy="685800"/>
          </a:xfrm>
          <a:prstGeom prst="ellipse">
            <a:avLst/>
          </a:prstGeom>
          <a:solidFill>
            <a:srgbClr val="2A367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3008376"/>
            <a:ext cx="338328" cy="338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269748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policy gate is a function, not a parameter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852160" y="2697480"/>
            <a:ext cx="5760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compromised or buggy off-chain agent can fail to submit a good advance. It cannot construct a call that skips the on-chain check.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4114800"/>
            <a:ext cx="685800" cy="685800"/>
          </a:xfrm>
          <a:prstGeom prst="ellipse">
            <a:avLst/>
          </a:prstGeom>
          <a:solidFill>
            <a:srgbClr val="2A367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4288536"/>
            <a:ext cx="338328" cy="338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97764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Reputation is earned, not asserted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852160" y="3977640"/>
            <a:ext cx="5760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supplier's auto-approve cap only grows from a logged, auditable repayment acknowledgment — never from anything the agent claims.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5394960"/>
            <a:ext cx="685800" cy="685800"/>
          </a:xfrm>
          <a:prstGeom prst="ellipse">
            <a:avLst/>
          </a:prstGeom>
          <a:solidFill>
            <a:srgbClr val="2A367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5568696"/>
            <a:ext cx="338328" cy="33832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5257800"/>
            <a:ext cx="4297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Defense in depth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852160" y="5257800"/>
            <a:ext cx="57607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Reentrancy guards, replay protection on every proof, a Pausable circuit breaker, and a hard global cap no per-supplier limit can override.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210312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1031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confirms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on Sepolia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9756" y="2441448"/>
            <a:ext cx="201168" cy="201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0" y="210312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2743200" y="21031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834640" y="324612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Attestcoin attests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block, builds proof</a:t>
            </a:r>
            <a:endParaRPr lang="en-US" sz="12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6" y="2441448"/>
            <a:ext cx="201168" cy="2011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83480" y="210312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2" name="Text 8"/>
          <p:cNvSpPr/>
          <p:nvPr/>
        </p:nvSpPr>
        <p:spPr>
          <a:xfrm>
            <a:off x="4983480" y="21031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/ AI Logic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74920" y="324612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policy gate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caps + history</a:t>
            </a:r>
            <a:endParaRPr lang="en-US" sz="12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0316" y="2441448"/>
            <a:ext cx="201168" cy="20116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7223760" y="210312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6" name="Text 11"/>
          <p:cNvSpPr/>
          <p:nvPr/>
        </p:nvSpPr>
        <p:spPr>
          <a:xfrm>
            <a:off x="7223760" y="21031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315200" y="324612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Auto-fund, or flag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guardian review</a:t>
            </a:r>
            <a:endParaRPr lang="en-US" sz="12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596" y="2441448"/>
            <a:ext cx="201168" cy="20116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464040" y="210312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/>
        </p:spPr>
      </p:sp>
      <p:sp>
        <p:nvSpPr>
          <p:cNvPr id="20" name="Text 14"/>
          <p:cNvSpPr/>
          <p:nvPr/>
        </p:nvSpPr>
        <p:spPr>
          <a:xfrm>
            <a:off x="9464040" y="2103120"/>
            <a:ext cx="2103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9555480" y="324612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paid —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on-chain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above corresponds to a real, independently-verifiable testnet transaction — not a simulated flow.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is for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805940" y="210312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7108" y="2359152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3794760"/>
            <a:ext cx="2788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paid in minutes against a verified delivery, not in 30-90 days against paperwork.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251960" y="173736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09260" y="210312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428" y="2359152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8056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Lender / liquidity provider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72000" y="3794760"/>
            <a:ext cx="2788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Deposits capital once; the policy gate does consistent, auditable underwriting on every advance.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955280" y="173736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212580" y="210312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3748" y="2359152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83880" y="32461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Guardian / risk reviewer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275320" y="3794760"/>
            <a:ext cx="27889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reviews the advances the policy already flagged — not a queue of every transaction.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can't be copied in a week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the pieces are exotic — Attestcoin Protocol is Creditcoin's own open infrastructure. Because the composition discipline is not a library.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17520" y="18288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Typical "AI agent + oracle" pattern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0" y="182880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AttestGuard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23317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oracle operator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589520" y="23317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proof, no operator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11064240" cy="777240"/>
          </a:xfrm>
          <a:prstGeom prst="rect">
            <a:avLst/>
          </a:prstGeom>
          <a:solidFill>
            <a:srgbClr val="EFF1F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089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decision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310896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agent's own judgment / risk score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589520" y="31089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on-chain policy gate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88620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agent is compromised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38862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move funds outside intended bounds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589520" y="38862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at most fail to submit a good advance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64240" cy="777240"/>
          </a:xfrm>
          <a:prstGeom prst="rect">
            <a:avLst/>
          </a:prstGeom>
          <a:solidFill>
            <a:srgbClr val="EFF1F8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66344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466344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asserted by the agent or a database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589520" y="46634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only from logged, on-chain events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544068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honestly disclosed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54406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nothing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89520" y="544068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SECURITY.md — exact trust boundaries, named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743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 (v2, live now)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Attestcoin-verified funding · on-chain guardrail policy · Pausable circuit breaker · withdrawLiquidity · 17/17 tests including full mock-precompile e2e coverage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297680" y="18288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0312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572000" y="2743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572000" y="324612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Proof-gate acknowledgeRepayment the same way funding itself is proof-gated · supplier/buyer self-registration with staking or lightweight KYC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046720" y="182880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10312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21040" y="27432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321040" y="3246120"/>
            <a:ext cx="2971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Multi-source-chain support · hosted guardian dashboard · real buyer-relationship history replacing placeholder logic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82296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the math. Not the agent.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1188720" y="329184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AttestGuard gives an AI agent real operational authority over financial transactions —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by cryptography on one side, immutable contract logic on the other.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github.com/rudimentall1/AttestGuard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2026-08-16T08:17:29Z</dcterms:created>
  <dcterms:modified xsi:type="dcterms:W3CDTF">2026-08-16T08:17:29Z</dcterms:modified>
</cp:coreProperties>
</file>